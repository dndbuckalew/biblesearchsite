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BTA: From Scripture Engagement Platform to Governed Semantic Orchestration Engine</a:t>
            </a:r>
          </a:p>
        </p:txBody>
      </p:sp>
      <p:sp>
        <p:nvSpPr>
          <p:cNvPr id="3" name="Subtitle 2"/>
          <p:cNvSpPr>
            <a:spLocks noGrp="1"/>
          </p:cNvSpPr>
          <p:nvPr>
            <p:ph type="subTitle" idx="1"/>
          </p:nvPr>
        </p:nvSpPr>
        <p:spPr>
          <a:xfrm>
            <a:off x="1371600" y="4393692"/>
            <a:ext cx="6400800" cy="1014984"/>
          </a:xfrm>
        </p:spPr>
        <p:txBody>
          <a:bodyPr>
            <a:normAutofit/>
          </a:bodyPr>
          <a:lstStyle/>
          <a:p>
            <a:r>
              <a:rPr sz="1200" dirty="0"/>
              <a:t>This briefing introduces the evolution of Bible Therapy Assistant (BTA) from a Scripture engagement application into a governed semantic orchestration platform. The purpose is to evaluate the technical innovation, research potential, commercialization opportunity, and NSF SBIR readiness of the underlying architecture.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BTA began as an AI-assisted Scripture engagement platform. During development, it became clear that the hardest problems being solved were not Bible-specific. The architecture addresses meaning preservation, semantic continuity, governance, explainability, and trust. These challenges exist across healthcare, engineering, education, regulatory compliance, and other knowledge-intensive domains.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p:txBody>
          <a:bodyPr/>
          <a:lstStyle/>
          <a:p>
            <a:r>
              <a:t>Modern AI systems excel at generating responses but often struggle with hallucinations, semantic drift, loss of context, and fragmented reasoning. These weaknesses become critical when users rely on authoritative information. BTA was designed to address these shortcomings through controlled orchestration and continuity-preserving architecture.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Vision</a:t>
            </a:r>
          </a:p>
        </p:txBody>
      </p:sp>
      <p:sp>
        <p:nvSpPr>
          <p:cNvPr id="3" name="Content Placeholder 2"/>
          <p:cNvSpPr>
            <a:spLocks noGrp="1"/>
          </p:cNvSpPr>
          <p:nvPr>
            <p:ph idx="1"/>
          </p:nvPr>
        </p:nvSpPr>
        <p:spPr/>
        <p:txBody>
          <a:bodyPr/>
          <a:lstStyle/>
          <a:p>
            <a:r>
              <a:t>The long-term vision is to create a trusted semantic orchestration platform that governs how AI interacts with complex bodies of knowledge. Rather than focusing solely on retrieval, the platform seeks to preserve meaning, context, continuity, and user trust throughout the interaction lifecycle.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Mission</a:t>
            </a:r>
          </a:p>
        </p:txBody>
      </p:sp>
      <p:sp>
        <p:nvSpPr>
          <p:cNvPr id="3" name="Content Placeholder 2"/>
          <p:cNvSpPr>
            <a:spLocks noGrp="1"/>
          </p:cNvSpPr>
          <p:nvPr>
            <p:ph idx="1"/>
          </p:nvPr>
        </p:nvSpPr>
        <p:spPr/>
        <p:txBody>
          <a:bodyPr/>
          <a:lstStyle/>
          <a:p>
            <a:r>
              <a:t>Develop governed AI systems that help people explore complex information while preserving meaning, continuity, explainability, and trust. The mission extends beyond Scripture and aims to improve how humans and AI collaborate around authoritative knowledge.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BTA?</a:t>
            </a:r>
          </a:p>
        </p:txBody>
      </p:sp>
      <p:sp>
        <p:nvSpPr>
          <p:cNvPr id="3" name="Content Placeholder 2"/>
          <p:cNvSpPr>
            <a:spLocks noGrp="1"/>
          </p:cNvSpPr>
          <p:nvPr>
            <p:ph idx="1"/>
          </p:nvPr>
        </p:nvSpPr>
        <p:spPr/>
        <p:txBody>
          <a:bodyPr/>
          <a:lstStyle/>
          <a:p>
            <a:r>
              <a:t>Today BTA provides scripture retrieval, context coordination, reflection generation, commentary architecture, translation governance, and deterministic orchestration. It serves as the primary proving ground for validating semantic orchestration concepts in a real-world environment.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BTA Is Becoming</a:t>
            </a:r>
          </a:p>
        </p:txBody>
      </p:sp>
      <p:sp>
        <p:nvSpPr>
          <p:cNvPr id="3" name="Content Placeholder 2"/>
          <p:cNvSpPr>
            <a:spLocks noGrp="1"/>
          </p:cNvSpPr>
          <p:nvPr>
            <p:ph idx="1"/>
          </p:nvPr>
        </p:nvSpPr>
        <p:spPr/>
        <p:txBody>
          <a:bodyPr/>
          <a:lstStyle/>
          <a:p>
            <a:r>
              <a:t>The architecture is evolving into a domain-independent semantic orchestration platform. The same orchestration engine that coordinates Scripture today could potentially coordinate OSHA regulations, NEC standards, healthcare guidance, educational content, and enterprise knowledge systems.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Innovation</a:t>
            </a:r>
          </a:p>
        </p:txBody>
      </p:sp>
      <p:sp>
        <p:nvSpPr>
          <p:cNvPr id="3" name="Content Placeholder 2"/>
          <p:cNvSpPr>
            <a:spLocks noGrp="1"/>
          </p:cNvSpPr>
          <p:nvPr>
            <p:ph idx="1"/>
          </p:nvPr>
        </p:nvSpPr>
        <p:spPr/>
        <p:txBody>
          <a:bodyPr/>
          <a:lstStyle/>
          <a:p>
            <a:r>
              <a:t>A centralized orchestration architecture separates knowledge repositories, orchestration logic, and presentation layers. This separation allows new knowledge domains to be introduced without redesigning the orchestration engine, creating a scalable and reusable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Music Principle</a:t>
            </a:r>
          </a:p>
        </p:txBody>
      </p:sp>
      <p:sp>
        <p:nvSpPr>
          <p:cNvPr id="3" name="Content Placeholder 2"/>
          <p:cNvSpPr>
            <a:spLocks noGrp="1"/>
          </p:cNvSpPr>
          <p:nvPr>
            <p:ph idx="1"/>
          </p:nvPr>
        </p:nvSpPr>
        <p:spPr/>
        <p:txBody>
          <a:bodyPr/>
          <a:lstStyle/>
          <a:p>
            <a:r>
              <a:t>The Music Principle serves as a foundational design philosophy. Just as meaning in music emerges through relationships among notes, themes, and movements, meaning in knowledge emerges through relationships among concepts. BTA focuses on preserving those relationships so understanding unfolds progressively rather than as disconnected facts.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Semantic Continuity Model</a:t>
            </a:r>
          </a:p>
        </p:txBody>
      </p:sp>
      <p:sp>
        <p:nvSpPr>
          <p:cNvPr id="3" name="Content Placeholder 2"/>
          <p:cNvSpPr>
            <a:spLocks noGrp="1"/>
          </p:cNvSpPr>
          <p:nvPr>
            <p:ph idx="1"/>
          </p:nvPr>
        </p:nvSpPr>
        <p:spPr/>
        <p:txBody>
          <a:bodyPr/>
          <a:lstStyle/>
          <a:p>
            <a:r>
              <a:t>The platform establishes a shared meaning anchor that governs all downstream layers. Summary, Context, Reflection, Commentary, and future semantic layers inherit direction from this anchor. This reduces drift and creates a coherent progression of understanding.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Governance-First Architecture</a:t>
            </a:r>
          </a:p>
        </p:txBody>
      </p:sp>
      <p:sp>
        <p:nvSpPr>
          <p:cNvPr id="3" name="Content Placeholder 2"/>
          <p:cNvSpPr>
            <a:spLocks noGrp="1"/>
          </p:cNvSpPr>
          <p:nvPr>
            <p:ph idx="1"/>
          </p:nvPr>
        </p:nvSpPr>
        <p:spPr/>
        <p:txBody>
          <a:bodyPr/>
          <a:lstStyle/>
          <a:p>
            <a:r>
              <a:t>Governance is built into the architecture through constitutional controls. These controls define orchestration authority, drift intervention mechanisms, semantic boundaries, layer responsibilities, and source authority protection. Governance is not added later; it is foundational.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Current Technical Accomplishments</a:t>
            </a:r>
          </a:p>
        </p:txBody>
      </p:sp>
      <p:sp>
        <p:nvSpPr>
          <p:cNvPr id="3" name="Content Placeholder 2"/>
          <p:cNvSpPr>
            <a:spLocks noGrp="1"/>
          </p:cNvSpPr>
          <p:nvPr>
            <p:ph idx="1"/>
          </p:nvPr>
        </p:nvSpPr>
        <p:spPr/>
        <p:txBody>
          <a:bodyPr/>
          <a:lstStyle/>
          <a:p>
            <a:r>
              <a:t>Completed accomplishments include deterministic orchestration, semantic layering, context architecture, reflection architecture, commentary boundaries, translation governance, progressive disclosure concepts, and runtime governance controls. These represent substantial architectural progress.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NSF SBIR Alignment</a:t>
            </a:r>
          </a:p>
        </p:txBody>
      </p:sp>
      <p:sp>
        <p:nvSpPr>
          <p:cNvPr id="3" name="Content Placeholder 2"/>
          <p:cNvSpPr>
            <a:spLocks noGrp="1"/>
          </p:cNvSpPr>
          <p:nvPr>
            <p:ph idx="1"/>
          </p:nvPr>
        </p:nvSpPr>
        <p:spPr/>
        <p:txBody>
          <a:bodyPr/>
          <a:lstStyle/>
          <a:p>
            <a:r>
              <a:t>BTA aligns strongly with themes including Trustworthy AI, Explainable AI, Human-Centered AI, Semantic Reasoning, Knowledge Systems, AI Governance, and Multilingual Semantic Continuity. These areas are increasingly important within AI research and commercialization.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Remaining Gaps</a:t>
            </a:r>
          </a:p>
        </p:txBody>
      </p:sp>
      <p:sp>
        <p:nvSpPr>
          <p:cNvPr id="3" name="Content Placeholder 2"/>
          <p:cNvSpPr>
            <a:spLocks noGrp="1"/>
          </p:cNvSpPr>
          <p:nvPr>
            <p:ph idx="1"/>
          </p:nvPr>
        </p:nvSpPr>
        <p:spPr/>
        <p:txBody>
          <a:bodyPr/>
          <a:lstStyle/>
          <a:p>
            <a:r>
              <a:t>The architecture is advanced, but additional work is needed to formalize research hypotheses, benchmarking frameworks, evaluation metrics, experimental design, and scientific validation. These areas are critical for a competitive NSF SBIR proposal.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Research: Semantic Bridge Architecture</a:t>
            </a:r>
          </a:p>
        </p:txBody>
      </p:sp>
      <p:sp>
        <p:nvSpPr>
          <p:cNvPr id="3" name="Content Placeholder 2"/>
          <p:cNvSpPr>
            <a:spLocks noGrp="1"/>
          </p:cNvSpPr>
          <p:nvPr>
            <p:ph idx="1"/>
          </p:nvPr>
        </p:nvSpPr>
        <p:spPr/>
        <p:txBody>
          <a:bodyPr/>
          <a:lstStyle/>
          <a:p>
            <a:r>
              <a:t>Future research may focus on cross-language meaning preservation, semantic equivalence governance, multilingual continuity, translation-aware orchestration, and semantic bridge technologies capable of coordinating knowledge across languages and domains.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Commercialization Potential</a:t>
            </a:r>
          </a:p>
        </p:txBody>
      </p:sp>
      <p:sp>
        <p:nvSpPr>
          <p:cNvPr id="3" name="Content Placeholder 2"/>
          <p:cNvSpPr>
            <a:spLocks noGrp="1"/>
          </p:cNvSpPr>
          <p:nvPr>
            <p:ph idx="1"/>
          </p:nvPr>
        </p:nvSpPr>
        <p:spPr/>
        <p:txBody>
          <a:bodyPr/>
          <a:lstStyle/>
          <a:p>
            <a:r>
              <a:t>Commercialization may begin in faith-based markets but extend into enterprise knowledge systems, regulatory guidance platforms, compliance environments, and governed AI infrastructure. Long-term value may come from licensing the orchestration platform itself.</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Relationship to TAD Concepts</a:t>
            </a:r>
          </a:p>
        </p:txBody>
      </p:sp>
      <p:sp>
        <p:nvSpPr>
          <p:cNvPr id="3" name="Content Placeholder 2"/>
          <p:cNvSpPr>
            <a:spLocks noGrp="1"/>
          </p:cNvSpPr>
          <p:nvPr>
            <p:ph idx="1"/>
          </p:nvPr>
        </p:nvSpPr>
        <p:spPr/>
        <p:txBody>
          <a:bodyPr/>
          <a:lstStyle/>
          <a:p>
            <a:r>
              <a:t>TAD Concepts serves as the parent innovation organization. BTA represents the first implementation and validation environment. Future platforms may target healthcare, education, engineering, regulatory compliance, and other knowledge-intensive industries.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Questions for Academic Review</a:t>
            </a:r>
          </a:p>
        </p:txBody>
      </p:sp>
      <p:sp>
        <p:nvSpPr>
          <p:cNvPr id="3" name="Content Placeholder 2"/>
          <p:cNvSpPr>
            <a:spLocks noGrp="1"/>
          </p:cNvSpPr>
          <p:nvPr>
            <p:ph idx="1"/>
          </p:nvPr>
        </p:nvSpPr>
        <p:spPr/>
        <p:txBody>
          <a:bodyPr/>
          <a:lstStyle/>
          <a:p>
            <a:r>
              <a:t>This review seeks guidance regarding which innovations are most research-worthy, which align strongest with NSF priorities, what validation methods should be used, and what commercialization strategy would create the strongest SBIR pathway.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Matters</a:t>
            </a:r>
          </a:p>
        </p:txBody>
      </p:sp>
      <p:sp>
        <p:nvSpPr>
          <p:cNvPr id="3" name="Content Placeholder 2"/>
          <p:cNvSpPr>
            <a:spLocks noGrp="1"/>
          </p:cNvSpPr>
          <p:nvPr>
            <p:ph idx="1"/>
          </p:nvPr>
        </p:nvSpPr>
        <p:spPr/>
        <p:txBody>
          <a:bodyPr/>
          <a:lstStyle/>
          <a:p>
            <a:r>
              <a:t>BTA is no longer simply a Bible application. It has become a platform investigating how AI systems preserve meaning, continuity, governance, and trust across complex bodies of knowledge. The broader opportunity lies in creating a new category of governed semantic orchestration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857</Words>
  <Application>Microsoft Office PowerPoint</Application>
  <PresentationFormat>On-screen Show (4:3)</PresentationFormat>
  <Paragraphs>38</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BTA: From Scripture Engagement Platform to Governed Semantic Orchestration Engine</vt:lpstr>
      <vt:lpstr>Executive Summary</vt:lpstr>
      <vt:lpstr>The Problem</vt:lpstr>
      <vt:lpstr>Vision</vt:lpstr>
      <vt:lpstr>Mission</vt:lpstr>
      <vt:lpstr>What Is BTA?</vt:lpstr>
      <vt:lpstr>What BTA Is Becoming</vt:lpstr>
      <vt:lpstr>Core Innovation</vt:lpstr>
      <vt:lpstr>The Music Principle</vt:lpstr>
      <vt:lpstr>Semantic Continuity Model</vt:lpstr>
      <vt:lpstr>Governance-First Architecture</vt:lpstr>
      <vt:lpstr>Current Technical Accomplishments</vt:lpstr>
      <vt:lpstr>NSF SBIR Alignment</vt:lpstr>
      <vt:lpstr>Remaining Gaps</vt:lpstr>
      <vt:lpstr>Future Research: Semantic Bridge Architecture</vt:lpstr>
      <vt:lpstr>Commercialization Potential</vt:lpstr>
      <vt:lpstr>Relationship to TAD Concepts</vt:lpstr>
      <vt:lpstr>Questions for Academic Review</vt:lpstr>
      <vt:lpstr>Why This Matters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Don Buckalew</cp:lastModifiedBy>
  <cp:revision>3</cp:revision>
  <dcterms:created xsi:type="dcterms:W3CDTF">2013-01-27T09:14:16Z</dcterms:created>
  <dcterms:modified xsi:type="dcterms:W3CDTF">2026-06-02T17:52:53Z</dcterms:modified>
  <cp:category/>
</cp:coreProperties>
</file>