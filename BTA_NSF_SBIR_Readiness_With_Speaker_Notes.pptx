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introduces the evolution of BTA from a Scripture engagement application into a broader governed semantic orchestration platform. The objective is to evaluate the technical innovation, research potential, commercialization opportunity, and NSF SBIR readiness of the underlying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discovery during development was that the hardest problems being solved were not Bible-specific. The architecture addresses meaning preservation, continuity, governance, and trust—problems that exist across many AI applications and knowledge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AI systems generate plausible responses but struggle to preserve meaning consistently over time. This becomes increasingly important in authoritative domains such as religion, healthcare, engineering, regulations, and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vision is to build an orchestration layer that governs how knowledge is retrieved, coordinated, and presented while preserving trust, continuity, and source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mission focuses on helping users explore complex information without losing the relationships and context that give information its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BTA currently supports scripture retrieval, context coordination, reflection generation, commentary architecture, translation governance, and deterministic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separates domain knowledge from orchestration logic, enabling the same platform to support OSHA, NEC, healthcare, education, regulatory, and enterprise knowledge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 repositories, orchestration logic, and presentation layers are separated. This enables plug-and-play knowledge domains while maintaining governance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 as music derives meaning from relationships among notes, knowledge derives meaning from relationships among concepts. The platform preserves semantic continuity rather than isolated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layer inherits from a common semantic anchor. This reduces drift and ensures that meaning deepens progressively without changing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is built into the architecture through orchestration authority, drift intervention, layer boundaries, and source authority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has implemented deterministic orchestration, semantic layering, context architecture, reflection architecture, commentary boundaries, translation governance, and runtime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platform aligns strongly with NSF interests in trustworthy AI, semantic reasoning, knowledge systems, governance, and multilingual continuity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advanced, but formal hypotheses, benchmarking, metrics, experimentation, and scientific validation frameworks are still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work includes cross-language meaning preservation, semantic equivalence governance, multilingual continuity, and translation-aware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Commercialization begins with BTA but expands toward enterprise knowledge systems, governed AI infrastructure, and orchestration platform licensing.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TAD Concepts is the parent innovation organization. BTA serves as the proving ground for future domain-specific semantic orchestration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purpose of the review is to identify SBIR-worthy innovation, required validation work, commercialization pathways, and proposal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BTA has become a platform investigating how AI systems preserve meaning, continuity, governance, and trust across complex knowledge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BTA: From Scripture Engagement Platform to Governed Semantic Orchestration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NSF SBIR Readiness Review</a:t>
            </a:r>
          </a:p>
          <a:p>
            <a:r>
              <a:t>TAD Concepts</a:t>
            </a:r>
          </a:p>
          <a:p>
            <a:r>
              <a:t>Donald Buckalew, Founder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BTA evolved from a Bible application into a governed semantic orchestration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Hallucinations • Semantic Drift • Loss of Context • Fragmented Reasoning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the world's most trusted semantic orchestration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governed AI systems that preserve meaning, continuity, and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implementation focused on Scripture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BTA Is Becoming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Governed Semantic Orchestration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Orchestration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Music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Meaning emerges from relationships.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Continuity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→ Meaning Anchor → Summary → Context → Reflection → Commentary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Governance-First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Constitutional Controls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Technical Accomplishments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architecture foundations completed.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NSF SBIR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Trustworthy AI • Explainable AI • Human-Centered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Formalization Needed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Bridge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Commercialization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Faith-Based → Enterprise → Infrastructure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to TAD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BTA is the first implementation.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for Academic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already research-worthy?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a Bible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