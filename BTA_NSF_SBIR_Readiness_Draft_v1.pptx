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BTA: From Scripture Engagement Platform to Governed Semantic Orchestration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NSF SBIR Readiness Review</a:t>
            </a:r>
          </a:p>
          <a:p>
            <a:r>
              <a:t>TAD Concepts</a:t>
            </a:r>
          </a:p>
          <a:p>
            <a:r>
              <a:t>Donald Buckalew, 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BTA began as an AI-assisted Scripture engagement platform but evolved into a governed semantic orchestration architecture focused on preserving meaning, continuity, governance, and trust across complex knowledge domains.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AI systems often suffer from hallucinations, semantic drift, loss of context, fragmented reasoning, and weak governance controls. BTA was designed to address these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 trusted semantic orchestration platform that governs AI interaction with complex knowledge systems while preserving meaning, source authority, and user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governed AI systems that preserve meaning, continuity, explainability, and trust across diverse knowledge domains.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BTA currently provides scripture retrieval, context coordination, reflection generation, commentary architecture, translation governance, and deterministic orchestration.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BTA Is Becoming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domain-independent semantic orchestration platform capable of supporting Scripture, OSHA, NEC, healthcare, regulatory, educational, and enterprise knowledge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orchestration separates knowledge corpora from semantic orchestration and presentation layers, enabling plug-and-play domain expansion.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Music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 emerges from relationships among concepts just as music emerges from relationships among notes. BTA preserves semantic continuity rather than isolated retrieval.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Continuity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→ Meaning Anchor → Summary → Context → Reflection → Commentary. Each layer inherits from a common semantic foundation to reduce drift.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Governance-First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Constitutional controls enforce orchestration authority, drift prevention, semantic boundaries, layer separation, and source authority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Technical Accomplishments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orchestration, semantic layering, context architecture, reflection architecture, commentary boundaries, translation governance, and runtime controls.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NSF SBIR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Trustworthy AI, Explainable AI, Human-Centered AI, Semantic Reasoning, Knowledge Systems, AI Governance, and Multilingual Semantic Continuity.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hypotheses, benchmarking frameworks, evaluation metrics, scientific validation methods, and measurable experimentation.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Research: Semantic Bridge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Cross-language meaning preservation, semantic equivalence governance, translation-aware orchestration, multilingual continuity, and semantic bridge research.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Commercialization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Faith-based AI → Enterprise Knowledge Systems → Governed AI Infrastructure → Semantic Orchestration Platform Licensing.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to TAD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BTA is the first implementation within TAD Concepts and serves as the proving ground for future domain-specific orchestration platforms.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for Academic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innovations are research-worthy? What validation is needed? What path creates the strongest NSF SBIR proposal?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BTA is evolving beyond a Bible application into a platform investigating how AI can preserve meaning, continuity, governance, and trust across complex domains.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